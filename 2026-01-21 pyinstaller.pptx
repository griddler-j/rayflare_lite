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BC563-2DDA-2302-A8F6-B66B9E394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85634-98AA-2D05-5506-64697D503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04C83-6EAE-0A17-CAED-6E4E3309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7DF9-BC8A-462E-82CA-A3E9A1A6EBC4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66DAD-680B-9E2E-510C-9B5138971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EB5A6-60DF-A7B1-CE56-FCA8DBF8F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D6CD-ED43-4EE2-B690-DECDD909CE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7457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6BFD8-38E3-85C2-269D-931F2D8CE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A79E0-E655-0D06-F5EC-A6DC38EC0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75732-7988-D532-52EE-E23E68B72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7DF9-BC8A-462E-82CA-A3E9A1A6EBC4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F1F82-8624-8399-4A7D-CE874FAA1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D6782-B817-C4FB-149D-C1C88209D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D6CD-ED43-4EE2-B690-DECDD909CE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6283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86732-F0DA-EF68-B2A5-36E8610F0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14EA3-B0E0-3941-D059-990BAD97D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F4AEA-3E4D-7094-DF43-39881C79A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7DF9-BC8A-462E-82CA-A3E9A1A6EBC4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DCB93-1294-C466-25C5-7C97385A1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BCD5A-7C08-DA2A-C80E-B4F094DD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D6CD-ED43-4EE2-B690-DECDD909CE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5178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C01D9-46EA-1A9E-4415-671ED20D5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CAA45-095C-8EB7-4DDB-974B6D012E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17252-533A-91CC-4190-00FE6F8F6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3F272-BEFD-D8E5-182F-59DADF14D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7DF9-BC8A-462E-82CA-A3E9A1A6EBC4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CBF78-1A1B-65BD-C9C5-B89BF2936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40B93-EA73-4D30-C4A8-AFEB7F6E7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D6CD-ED43-4EE2-B690-DECDD909CE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5399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6EF91-A684-C8C7-7F85-8E6EE41AF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34E16-9EBE-2B0C-39DC-888D20F27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8F067-9362-8265-086E-04A8CE72F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6CE78B-CDAA-4897-C44A-0A6A34F43A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117780-7046-5170-97C9-E877CD0F9A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FCEAC4-72AF-E0A1-7B20-33B6D2F7A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7DF9-BC8A-462E-82CA-A3E9A1A6EBC4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B0BF36-348F-6FEB-F102-0096122A0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8A1FC5-1C6B-FC63-E318-E29319A4C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D6CD-ED43-4EE2-B690-DECDD909CE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708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3B448-6307-A916-E28C-EA3588675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229AAB-222B-5457-2A22-8505238B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7DF9-BC8A-462E-82CA-A3E9A1A6EBC4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5EC08E-DA13-7486-490E-2FFB56092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F536EE-396F-0010-330E-4C11221E0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D6CD-ED43-4EE2-B690-DECDD909CE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76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4C4D8F-2A1B-62CB-F372-034C10067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7DF9-BC8A-462E-82CA-A3E9A1A6EBC4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04FDEA-8DE5-C1BB-6AAB-2E8AC1A66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C0360-0DD8-3376-7D69-31B35AFCA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D6CD-ED43-4EE2-B690-DECDD909CE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1239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BDBBB-5587-E447-901F-0E091E2D9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6C0E2-204C-D8D6-CDE9-7073989C4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6CF631-E7AA-7C17-2B23-3477242CF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10E0A-1B80-4CEE-DFDF-60073DF56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7DF9-BC8A-462E-82CA-A3E9A1A6EBC4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AA244-7B25-738D-6D8B-5B710C2B8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139B7-654E-9856-F152-BA6DB6D01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D6CD-ED43-4EE2-B690-DECDD909CE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1996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81A3C-69B0-85F3-04BD-878E3E17F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384169-9F12-F844-6018-8423C9607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990BAA-A624-4370-E925-55FC3F9CB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27DB4-0540-3CDE-D8F7-C9602343F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7DF9-BC8A-462E-82CA-A3E9A1A6EBC4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2FEBF-B775-C860-0E85-A6A704CE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AED62-5DF9-7865-7AB7-FC09925D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D6CD-ED43-4EE2-B690-DECDD909CE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219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8F2E0-3530-EAC7-6F58-C10B0B292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E215C7-B40E-6582-A22F-1993EE851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B4618-4D12-377D-EDBE-5C3983A84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7DF9-BC8A-462E-82CA-A3E9A1A6EBC4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7AE86-3E37-A5B5-D1D0-6E857CCE8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A5BA8-C880-6E74-2FC1-3F746BE18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D6CD-ED43-4EE2-B690-DECDD909CE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8567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BB29B8-3FA7-B311-6E48-6A706F6056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AF9EB-DC33-5BD5-CFDE-9B34D8882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0AE84-0C5C-F768-E8E2-A680DAA12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7DF9-BC8A-462E-82CA-A3E9A1A6EBC4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2A6DF-8B07-84C3-5E01-2083F5C82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EB086-D468-45ED-DB0C-08048C6C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D6CD-ED43-4EE2-B690-DECDD909CE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4113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5192CD-F30F-7F2A-2E8C-9928D1473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3148E-ADD1-B30D-AD11-6B05C2820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7996B-377B-A8DE-9298-13AA9C6E9C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F37DF9-BC8A-462E-82CA-A3E9A1A6EBC4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05E24-B4CB-C359-ED1B-62EB7A2984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26683-424E-8679-165F-6C2B89713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38D6CD-ED43-4EE2-B690-DECDD909CE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2985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F386F1-8F79-AA3C-1007-05097ABE0698}"/>
              </a:ext>
            </a:extLst>
          </p:cNvPr>
          <p:cNvSpPr txBox="1"/>
          <p:nvPr/>
        </p:nvSpPr>
        <p:spPr>
          <a:xfrm>
            <a:off x="1306240" y="373380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python -m </a:t>
            </a:r>
            <a:r>
              <a:rPr lang="en-CA" dirty="0" err="1"/>
              <a:t>PyInstaller</a:t>
            </a:r>
            <a:r>
              <a:rPr lang="en-CA" dirty="0"/>
              <a:t> tcp_server.py --</a:t>
            </a:r>
            <a:r>
              <a:rPr lang="en-CA" dirty="0" err="1"/>
              <a:t>onefile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BC077C-8F4B-D6A6-952D-36B543559F22}"/>
              </a:ext>
            </a:extLst>
          </p:cNvPr>
          <p:cNvSpPr txBox="1"/>
          <p:nvPr/>
        </p:nvSpPr>
        <p:spPr>
          <a:xfrm>
            <a:off x="1306240" y="21188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python -m pip install --upgrade pip </a:t>
            </a:r>
            <a:r>
              <a:rPr lang="en-CA" dirty="0" err="1"/>
              <a:t>setuptools</a:t>
            </a:r>
            <a:r>
              <a:rPr lang="en-CA" dirty="0"/>
              <a:t> wheel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E39250-2114-347E-90A9-A33451600EF4}"/>
              </a:ext>
            </a:extLst>
          </p:cNvPr>
          <p:cNvSpPr txBox="1"/>
          <p:nvPr/>
        </p:nvSpPr>
        <p:spPr>
          <a:xfrm>
            <a:off x="1304716" y="29263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python -m pip install </a:t>
            </a:r>
            <a:r>
              <a:rPr lang="en-CA" dirty="0" err="1"/>
              <a:t>pyinstaller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6EFF9A-A93B-8154-8B84-BA5847F3A85A}"/>
              </a:ext>
            </a:extLst>
          </p:cNvPr>
          <p:cNvSpPr txBox="1"/>
          <p:nvPr/>
        </p:nvSpPr>
        <p:spPr>
          <a:xfrm>
            <a:off x="1386348" y="87323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python -m </a:t>
            </a:r>
            <a:r>
              <a:rPr lang="en-CA" dirty="0" err="1"/>
              <a:t>venv</a:t>
            </a:r>
            <a:r>
              <a:rPr lang="en-CA" dirty="0"/>
              <a:t> .</a:t>
            </a:r>
            <a:r>
              <a:rPr lang="en-CA" dirty="0" err="1"/>
              <a:t>venv</a:t>
            </a:r>
            <a:endParaRPr lang="en-CA" dirty="0"/>
          </a:p>
          <a:p>
            <a:endParaRPr lang="en-CA" dirty="0"/>
          </a:p>
          <a:p>
            <a:r>
              <a:rPr lang="en-CA" dirty="0"/>
              <a:t>.</a:t>
            </a:r>
            <a:r>
              <a:rPr lang="en-CA" dirty="0" err="1"/>
              <a:t>venv</a:t>
            </a:r>
            <a:r>
              <a:rPr lang="en-CA" dirty="0"/>
              <a:t>\Scripts\activate.bat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058655-01CE-0022-525E-CF6E23FDB439}"/>
              </a:ext>
            </a:extLst>
          </p:cNvPr>
          <p:cNvSpPr txBox="1"/>
          <p:nvPr/>
        </p:nvSpPr>
        <p:spPr>
          <a:xfrm>
            <a:off x="1514167" y="45412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python -m </a:t>
            </a:r>
            <a:r>
              <a:rPr lang="en-CA" dirty="0" err="1"/>
              <a:t>PyInstaller</a:t>
            </a:r>
            <a:r>
              <a:rPr lang="en-CA" dirty="0"/>
              <a:t> </a:t>
            </a:r>
            <a:r>
              <a:rPr lang="en-CA" dirty="0" err="1"/>
              <a:t>tcp_server.spec</a:t>
            </a:r>
            <a:r>
              <a:rPr lang="en-CA" dirty="0"/>
              <a:t> --clean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BDF3A4-72F4-759A-E64C-59B14707586C}"/>
              </a:ext>
            </a:extLst>
          </p:cNvPr>
          <p:cNvSpPr txBox="1"/>
          <p:nvPr/>
        </p:nvSpPr>
        <p:spPr>
          <a:xfrm>
            <a:off x="1304716" y="16897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You can use 3.11 or 3.12.x x &gt; 0, but just don’t use 3.12.0 because it has a bug with </a:t>
            </a:r>
            <a:r>
              <a:rPr lang="en-CA" dirty="0" err="1"/>
              <a:t>pyinstaller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33243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76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Johnson Wong</dc:creator>
  <cp:lastModifiedBy>Johnson Wong</cp:lastModifiedBy>
  <cp:revision>9</cp:revision>
  <dcterms:created xsi:type="dcterms:W3CDTF">2026-01-21T21:57:28Z</dcterms:created>
  <dcterms:modified xsi:type="dcterms:W3CDTF">2026-01-22T03:13:05Z</dcterms:modified>
</cp:coreProperties>
</file>