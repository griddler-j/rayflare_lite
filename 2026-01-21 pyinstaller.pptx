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BC563-2DDA-2302-A8F6-B66B9E394B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085634-98AA-2D05-5506-64697D503B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F04C83-6EAE-0A17-CAED-6E4E33096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566DAD-680B-9E2E-510C-9B5138971A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8EB5A6-60DF-A7B1-CE56-FCA8DBF8F9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174578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B6BFD8-38E3-85C2-269D-931F2D8CE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A79E0-E655-0D06-F5EC-A6DC38EC0B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575732-7988-D532-52EE-E23E68B72A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F1F82-8624-8399-4A7D-CE874FAA19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4D6782-B817-C4FB-149D-C1C88209D4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362839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D86732-F0DA-EF68-B2A5-36E8610F0C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3A14EA3-B0E0-3941-D059-990BAD97DE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6F4AEA-3E4D-7094-DF43-39881C79A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DCB93-1294-C466-25C5-7C97385A1C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9BCD5A-7C08-DA2A-C80E-B4F094DDF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35178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1C01D9-46EA-1A9E-4415-671ED20D5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CCAA45-095C-8EB7-4DDB-974B6D012E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217252-533A-91CC-4190-00FE6F8F69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633F272-BEFD-D8E5-182F-59DADF14D5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4CBF78-1A1B-65BD-C9C5-B89BF2936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B40B93-EA73-4D30-C4A8-AFEB7F6E7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653999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06EF91-A684-C8C7-7F85-8E6EE41AF8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634E16-9EBE-2B0C-39DC-888D20F270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78F067-9362-8265-086E-04A8CE72FA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6CE78B-CDAA-4897-C44A-0A6A34F43AB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A117780-7046-5170-97C9-E877CD0F9A3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BFCEAC4-72AF-E0A1-7B20-33B6D2F7A3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DB0BF36-348F-6FEB-F102-0096122A01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8A1FC5-1C6B-FC63-E318-E29319A4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6708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93B448-6307-A916-E28C-EA3588675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229AAB-222B-5457-2A22-8505238B55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5EC08E-DA13-7486-490E-2FFB56092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F536EE-396F-0010-330E-4C11221E0D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137671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44C4D8F-2A1B-62CB-F372-034C100673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504FDEA-8DE5-C1BB-6AAB-2E8AC1A66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C0360-0DD8-3376-7D69-31B35AFC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012393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FBDBBB-5587-E447-901F-0E091E2D94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6C0E2-204C-D8D6-CDE9-7073989C47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6CF631-E7AA-7C17-2B23-3477242CF58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F10E0A-1B80-4CEE-DFDF-60073DF56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ADAA244-7B25-738D-6D8B-5B710C2B84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A139B7-654E-9856-F152-BA6DB6D010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9819966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A81A3C-69B0-85F3-04BD-878E3E17F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2384169-9F12-F844-6018-8423C96074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990BAA-A624-4370-E925-55FC3F9CB9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6B27DB4-0540-3CDE-D8F7-C9602343F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D2FEBF-B775-C860-0E85-A6A704CE0A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00AED62-5DF9-7865-7AB7-FC09925D4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752198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08F2E0-3530-EAC7-6F58-C10B0B2925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6E215C7-B40E-6582-A22F-1993EE851A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1B4618-4D12-377D-EDBE-5C3983A84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D7AE86-3E37-A5B5-D1D0-6E857CCE8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A5BA8-C880-6E74-2FC1-3F746BE18B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185675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9BB29B8-3FA7-B311-6E48-6A706F60567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3EAF9EB-DC33-5BD5-CFDE-9B34D88826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0AE84-0C5C-F768-E8E2-A680DAA12C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52A6DF-8B07-84C3-5E01-2083F5C824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1EB086-D468-45ED-DB0C-08048C6C1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041138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5192CD-F30F-7F2A-2E8C-9928D1473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883148E-ADD1-B30D-AD11-6B05C28206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F7996B-377B-A8DE-9298-13AA9C6E9C5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F37DF9-BC8A-462E-82CA-A3E9A1A6EBC4}" type="datetimeFigureOut">
              <a:rPr lang="en-CA" smtClean="0"/>
              <a:t>2026-01-21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005E24-B4CB-C359-ED1B-62EB7A2984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626683-424E-8679-165F-6C2B897132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38D6CD-ED43-4EE2-B690-DECDD909CE8E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5629852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3F386F1-8F79-AA3C-1007-05097ABE0698}"/>
              </a:ext>
            </a:extLst>
          </p:cNvPr>
          <p:cNvSpPr txBox="1"/>
          <p:nvPr/>
        </p:nvSpPr>
        <p:spPr>
          <a:xfrm>
            <a:off x="1227582" y="2830175"/>
            <a:ext cx="609447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 err="1"/>
              <a:t>PyInstaller</a:t>
            </a:r>
            <a:r>
              <a:rPr lang="en-CA"/>
              <a:t> tcp_</a:t>
            </a:r>
            <a:r>
              <a:rPr lang="en-CA" dirty="0"/>
              <a:t>server.py --</a:t>
            </a:r>
            <a:r>
              <a:rPr lang="en-CA" dirty="0" err="1"/>
              <a:t>onedir</a:t>
            </a:r>
            <a:r>
              <a:rPr lang="en-CA" dirty="0"/>
              <a:t> --exclude-module </a:t>
            </a:r>
            <a:r>
              <a:rPr lang="en-CA" dirty="0" err="1"/>
              <a:t>numba</a:t>
            </a:r>
            <a:r>
              <a:rPr lang="en-CA" dirty="0"/>
              <a:t> --exclude-module </a:t>
            </a:r>
            <a:r>
              <a:rPr lang="en-CA" dirty="0" err="1"/>
              <a:t>llvmlite</a:t>
            </a:r>
            <a:r>
              <a:rPr lang="en-CA" dirty="0"/>
              <a:t> --debug=imports --</a:t>
            </a:r>
            <a:r>
              <a:rPr lang="en-CA" dirty="0" err="1"/>
              <a:t>noconfirm</a:t>
            </a:r>
            <a:r>
              <a:rPr lang="en-CA" dirty="0"/>
              <a:t> --clean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AE6F7C-7BC9-1F12-53B9-1CF920681692}"/>
              </a:ext>
            </a:extLst>
          </p:cNvPr>
          <p:cNvSpPr txBox="1"/>
          <p:nvPr/>
        </p:nvSpPr>
        <p:spPr>
          <a:xfrm>
            <a:off x="1227582" y="1117199"/>
            <a:ext cx="60944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CA" dirty="0"/>
              <a:t>Py -3.11 –m pip install </a:t>
            </a:r>
            <a:r>
              <a:rPr lang="en-CA" dirty="0" err="1"/>
              <a:t>pyinstaller</a:t>
            </a:r>
            <a:r>
              <a:rPr lang="en-CA" dirty="0"/>
              <a:t> (use 3.11)</a:t>
            </a:r>
          </a:p>
          <a:p>
            <a:endParaRPr lang="en-CA" dirty="0"/>
          </a:p>
          <a:p>
            <a:r>
              <a:rPr lang="en-CA" dirty="0"/>
              <a:t>Then add </a:t>
            </a:r>
            <a:r>
              <a:rPr lang="en-US" dirty="0"/>
              <a:t>C:\Users\arson\AppData\Local\Programs\Python\Python311\Scripts to </a:t>
            </a:r>
            <a:r>
              <a:rPr lang="en-US" dirty="0" err="1"/>
              <a:t>PaTH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173324393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55</Words>
  <Application>Microsoft Office PowerPoint</Application>
  <PresentationFormat>Widescreen</PresentationFormat>
  <Paragraphs>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Johnson Wong</dc:creator>
  <cp:lastModifiedBy>Johnson Wong</cp:lastModifiedBy>
  <cp:revision>3</cp:revision>
  <dcterms:created xsi:type="dcterms:W3CDTF">2026-01-21T21:57:28Z</dcterms:created>
  <dcterms:modified xsi:type="dcterms:W3CDTF">2026-01-21T22:03:15Z</dcterms:modified>
</cp:coreProperties>
</file>